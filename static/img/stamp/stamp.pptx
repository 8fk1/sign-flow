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39266F-DAC1-12FA-C9D5-56D13E3D43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15B4B5D-875D-5CDB-1647-902740171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94770C-2360-8E87-6569-0AB4C1B74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6D2F75-6C7F-0B9E-7F61-2B792D936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0C203-FD07-8838-5208-B3F3D36E8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6063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86B561-C57F-6161-832E-B1C771F01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A11BA7-7A92-7C40-7FCD-5672FB669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D28EFE-D6C0-51F2-E17F-8F7F0ABF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F8CEB4-CC6C-8BFE-AFF8-5FB8FB741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E31AEA-0D27-70CE-DF1F-9495028A2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12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BFFEF0-F753-BD42-8BD5-DE1FD39F9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B37DD6C-D8AF-83DF-EFD4-3864D121D2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C421F5-D8CF-ED47-D378-427454400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152714-096C-3F27-882C-CF8F40FE0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61ECD7-EA9C-E74A-B2AC-932E3044C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1437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148BEF-1845-6056-AAB2-EC3ACE5D3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21B80E-DB96-F168-E9FB-EF77074DE4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A7F655F-FAF1-EFD1-0522-97CB9BFEF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148B88B-3674-1904-F332-BFDA07329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11C496B-6904-8450-F513-E823A32E9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23AC2DF-AC70-7C64-8E81-0E9284353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859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012E2B-FA09-30FA-01E6-9498C0D26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DF54232-61ED-FCB5-BDDD-8B1BF1C05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CCF0639-05D7-7C33-BAA2-1764B0FCD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BB918F-523E-0569-885F-8AFB9A419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2679C2E-48A6-9ACC-6D2E-C6B557D47A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636101D-98C0-5FD4-3067-46F9E2965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209F210-C40B-3DFD-A6CA-3E845015B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A921509-5816-1866-8BBB-7F8703E36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965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C6BE09-D44E-F007-592B-5BA8EC35C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E406F43-49B2-DC94-B5B3-54A5EEECA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C8FEFB1-C993-DF73-A4D0-C5E19A58C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C9A75F6-BD81-5B07-BE91-305FE3347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4182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A88CF6-F985-C555-67CA-AEE4729B8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7FE0CF2-0099-2C50-5F96-D09F03416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963E32-D835-BA68-FFFB-C80CBB8BC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4737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30958F-C96D-65DD-0696-8E19A8B9B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2428B7-FCA0-5C35-E92A-E8FDDA470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B44C1A-07D5-26A9-BCDA-B8E25DFDF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9D9B32D-056F-3DF8-67A6-24AE1484B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F7A0F9-0AD7-311F-99B5-5AC8C4F4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F7148AC-A877-1B49-94E6-5CA15B344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9202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238CEA-9278-3576-58D5-DF56AC7D4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5BDBC7B-D932-97A2-116C-F42FD358F6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201435B-7BB6-AD8C-02C0-20781E65EB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F6A771-FA64-7E56-4554-B38ECF9EB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DDF728-6DF6-CA63-A06E-6090CC2DC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1B3B7B-6C07-DBCC-D8F2-558B603E1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7155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CD883A-BCB0-1794-9D5B-CCE3FB3DC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2E2059D-DD7C-473E-9040-AEE6ED94B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70EA227-B855-9F43-715F-400D3AC1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8EFB0E-2151-9D6E-A6E8-9F566DD4A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C390B6-02D3-7DE1-5BB2-6B585F71B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764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E85BDA1-E358-1DBD-581D-E856E29B00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FE147D-4AE5-EA3F-523B-07D83FB75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BDE93D-2C39-F538-51CF-FEA80DDA5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E0C225-6D61-2CF2-5EB9-21812D0F9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615154-7B0E-CEC2-FD5A-2F515059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0029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DBE9CA7-5A4A-BBB6-034D-CC95CDBE3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70D7B6-CBC5-0B02-7826-070562B2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D6EF61-685B-D614-8676-A3A4EF36D9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C43073-F3F6-448C-9B41-23C423DD3076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DC8C9-A5C2-463D-D8C2-00F2FE0956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75C729-F0A6-F161-D765-D8EE65080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A39F1C-85A0-4F02-9DF4-A0126E1031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7884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4A7BA70-A281-64F5-5531-8354AFC3077D}"/>
              </a:ext>
            </a:extLst>
          </p:cNvPr>
          <p:cNvGrpSpPr/>
          <p:nvPr/>
        </p:nvGrpSpPr>
        <p:grpSpPr>
          <a:xfrm>
            <a:off x="7970986" y="1031656"/>
            <a:ext cx="708112" cy="708112"/>
            <a:chOff x="649942" y="764723"/>
            <a:chExt cx="708112" cy="708112"/>
          </a:xfrm>
        </p:grpSpPr>
        <p:sp>
          <p:nvSpPr>
            <p:cNvPr id="47" name="楕円 46">
              <a:extLst>
                <a:ext uri="{FF2B5EF4-FFF2-40B4-BE49-F238E27FC236}">
                  <a16:creationId xmlns:a16="http://schemas.microsoft.com/office/drawing/2014/main" id="{09D2A9A2-7C94-FBA7-AAC4-0820607D9FA2}"/>
                </a:ext>
              </a:extLst>
            </p:cNvPr>
            <p:cNvSpPr/>
            <p:nvPr/>
          </p:nvSpPr>
          <p:spPr>
            <a:xfrm>
              <a:off x="649942" y="764723"/>
              <a:ext cx="708112" cy="708112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CAF1EC5-F0E1-9BD4-2E7F-77BCDED76544}"/>
                </a:ext>
              </a:extLst>
            </p:cNvPr>
            <p:cNvSpPr txBox="1"/>
            <p:nvPr/>
          </p:nvSpPr>
          <p:spPr>
            <a:xfrm>
              <a:off x="782624" y="764836"/>
              <a:ext cx="442749" cy="70788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宮</a:t>
              </a:r>
              <a:endParaRPr lang="en-US" altLang="ja-JP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  <a:p>
              <a:pPr algn="ctr"/>
              <a:r>
                <a:rPr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井</a:t>
              </a:r>
              <a:endParaRPr kumimoji="1" lang="ja-JP" altLang="en-US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8225B6E-C787-086C-4C8C-DD8BB8F462BC}"/>
              </a:ext>
            </a:extLst>
          </p:cNvPr>
          <p:cNvGrpSpPr/>
          <p:nvPr/>
        </p:nvGrpSpPr>
        <p:grpSpPr>
          <a:xfrm>
            <a:off x="2237602" y="1031656"/>
            <a:ext cx="708112" cy="708112"/>
            <a:chOff x="649942" y="764723"/>
            <a:chExt cx="708112" cy="708112"/>
          </a:xfrm>
        </p:grpSpPr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D4D1E182-76AF-9A76-FFEF-4ECE36C3A95D}"/>
                </a:ext>
              </a:extLst>
            </p:cNvPr>
            <p:cNvSpPr/>
            <p:nvPr/>
          </p:nvSpPr>
          <p:spPr>
            <a:xfrm>
              <a:off x="649942" y="764723"/>
              <a:ext cx="708112" cy="708112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844FB723-7AEF-AF52-C7F0-07EEA65E8BA2}"/>
                </a:ext>
              </a:extLst>
            </p:cNvPr>
            <p:cNvSpPr txBox="1"/>
            <p:nvPr/>
          </p:nvSpPr>
          <p:spPr>
            <a:xfrm>
              <a:off x="782624" y="764836"/>
              <a:ext cx="442749" cy="70788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kumimoji="1"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山</a:t>
              </a:r>
              <a:endParaRPr kumimoji="1" lang="en-US" altLang="ja-JP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  <a:p>
              <a:pPr algn="ctr"/>
              <a:r>
                <a:rPr kumimoji="1"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本</a:t>
              </a:r>
            </a:p>
          </p:txBody>
        </p:sp>
      </p:grp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274F4CDA-6FC2-8C9B-B6A8-609CC9C41FF6}"/>
              </a:ext>
            </a:extLst>
          </p:cNvPr>
          <p:cNvGrpSpPr/>
          <p:nvPr/>
        </p:nvGrpSpPr>
        <p:grpSpPr>
          <a:xfrm>
            <a:off x="3670948" y="1031656"/>
            <a:ext cx="708112" cy="708112"/>
            <a:chOff x="649942" y="764723"/>
            <a:chExt cx="708112" cy="708112"/>
          </a:xfrm>
        </p:grpSpPr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2D56BC05-A44E-DFDF-B430-15F711778287}"/>
                </a:ext>
              </a:extLst>
            </p:cNvPr>
            <p:cNvSpPr/>
            <p:nvPr/>
          </p:nvSpPr>
          <p:spPr>
            <a:xfrm>
              <a:off x="649942" y="764723"/>
              <a:ext cx="708112" cy="708112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13872A9B-680E-173E-8AB9-886A80B2D4C3}"/>
                </a:ext>
              </a:extLst>
            </p:cNvPr>
            <p:cNvSpPr txBox="1"/>
            <p:nvPr/>
          </p:nvSpPr>
          <p:spPr>
            <a:xfrm>
              <a:off x="782624" y="764836"/>
              <a:ext cx="442749" cy="70788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kumimoji="1"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藤</a:t>
              </a:r>
              <a:endParaRPr kumimoji="1" lang="en-US" altLang="ja-JP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  <a:p>
              <a:pPr algn="ctr"/>
              <a:r>
                <a:rPr kumimoji="1"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原</a:t>
              </a: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61E5B742-73CA-5FA5-73DE-5290FDA21E61}"/>
              </a:ext>
            </a:extLst>
          </p:cNvPr>
          <p:cNvGrpSpPr/>
          <p:nvPr/>
        </p:nvGrpSpPr>
        <p:grpSpPr>
          <a:xfrm>
            <a:off x="5104294" y="1031656"/>
            <a:ext cx="708112" cy="708112"/>
            <a:chOff x="649942" y="764723"/>
            <a:chExt cx="708112" cy="708112"/>
          </a:xfrm>
        </p:grpSpPr>
        <p:sp>
          <p:nvSpPr>
            <p:cNvPr id="35" name="楕円 34">
              <a:extLst>
                <a:ext uri="{FF2B5EF4-FFF2-40B4-BE49-F238E27FC236}">
                  <a16:creationId xmlns:a16="http://schemas.microsoft.com/office/drawing/2014/main" id="{23EDBCC1-E0E2-06A8-8EFE-2D1076D49F9F}"/>
                </a:ext>
              </a:extLst>
            </p:cNvPr>
            <p:cNvSpPr/>
            <p:nvPr/>
          </p:nvSpPr>
          <p:spPr>
            <a:xfrm>
              <a:off x="649942" y="764723"/>
              <a:ext cx="708112" cy="708112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87C8E3B2-E5DA-AA5D-52ED-61525394628F}"/>
                </a:ext>
              </a:extLst>
            </p:cNvPr>
            <p:cNvSpPr txBox="1"/>
            <p:nvPr/>
          </p:nvSpPr>
          <p:spPr>
            <a:xfrm>
              <a:off x="782624" y="764836"/>
              <a:ext cx="442749" cy="70788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kumimoji="1"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川</a:t>
              </a:r>
              <a:endParaRPr kumimoji="1" lang="en-US" altLang="ja-JP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  <a:p>
              <a:pPr algn="ctr"/>
              <a:r>
                <a:rPr kumimoji="1"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浪</a:t>
              </a: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23027A36-0C8B-E7DC-1764-8121B9073B0C}"/>
              </a:ext>
            </a:extLst>
          </p:cNvPr>
          <p:cNvGrpSpPr/>
          <p:nvPr/>
        </p:nvGrpSpPr>
        <p:grpSpPr>
          <a:xfrm>
            <a:off x="804256" y="1031656"/>
            <a:ext cx="708111" cy="708112"/>
            <a:chOff x="649942" y="764723"/>
            <a:chExt cx="708112" cy="708112"/>
          </a:xfrm>
        </p:grpSpPr>
        <p:sp>
          <p:nvSpPr>
            <p:cNvPr id="38" name="楕円 37">
              <a:extLst>
                <a:ext uri="{FF2B5EF4-FFF2-40B4-BE49-F238E27FC236}">
                  <a16:creationId xmlns:a16="http://schemas.microsoft.com/office/drawing/2014/main" id="{9C17060A-67C8-077B-4244-3EADF87683B2}"/>
                </a:ext>
              </a:extLst>
            </p:cNvPr>
            <p:cNvSpPr/>
            <p:nvPr/>
          </p:nvSpPr>
          <p:spPr>
            <a:xfrm>
              <a:off x="649942" y="764723"/>
              <a:ext cx="708112" cy="708112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3EBB8D28-CFA6-9B3A-0974-4B27F75AF1FA}"/>
                </a:ext>
              </a:extLst>
            </p:cNvPr>
            <p:cNvSpPr txBox="1"/>
            <p:nvPr/>
          </p:nvSpPr>
          <p:spPr>
            <a:xfrm>
              <a:off x="782623" y="764836"/>
              <a:ext cx="442750" cy="70788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宮</a:t>
              </a:r>
              <a:endParaRPr lang="en-US" altLang="ja-JP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  <a:p>
              <a:pPr algn="ctr"/>
              <a:r>
                <a:rPr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井</a:t>
              </a:r>
              <a:endParaRPr kumimoji="1" lang="ja-JP" altLang="en-US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</p:grp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37526B92-7B65-EAD8-D6A7-8338AA5ACA3C}"/>
              </a:ext>
            </a:extLst>
          </p:cNvPr>
          <p:cNvGrpSpPr/>
          <p:nvPr/>
        </p:nvGrpSpPr>
        <p:grpSpPr>
          <a:xfrm>
            <a:off x="10837678" y="970214"/>
            <a:ext cx="708112" cy="830997"/>
            <a:chOff x="649942" y="703281"/>
            <a:chExt cx="708112" cy="830997"/>
          </a:xfrm>
        </p:grpSpPr>
        <p:sp>
          <p:nvSpPr>
            <p:cNvPr id="41" name="楕円 40">
              <a:extLst>
                <a:ext uri="{FF2B5EF4-FFF2-40B4-BE49-F238E27FC236}">
                  <a16:creationId xmlns:a16="http://schemas.microsoft.com/office/drawing/2014/main" id="{61C39064-BE85-A0D8-2826-5C099BFC2AEE}"/>
                </a:ext>
              </a:extLst>
            </p:cNvPr>
            <p:cNvSpPr/>
            <p:nvPr/>
          </p:nvSpPr>
          <p:spPr>
            <a:xfrm>
              <a:off x="649942" y="764723"/>
              <a:ext cx="708112" cy="708112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 sz="2800" b="1"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9713D63B-3A25-73C7-D7E4-860DE549B4D9}"/>
                </a:ext>
              </a:extLst>
            </p:cNvPr>
            <p:cNvSpPr txBox="1"/>
            <p:nvPr/>
          </p:nvSpPr>
          <p:spPr>
            <a:xfrm>
              <a:off x="757777" y="703281"/>
              <a:ext cx="492443" cy="83099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ja-JP" altLang="en-US" sz="24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宮</a:t>
              </a:r>
              <a:endParaRPr lang="en-US" altLang="ja-JP" sz="24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  <a:p>
              <a:pPr algn="ctr"/>
              <a:r>
                <a:rPr lang="ja-JP" altLang="en-US" sz="24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井</a:t>
              </a:r>
              <a:endParaRPr kumimoji="1" lang="ja-JP" altLang="en-US" sz="24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</p:grp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49C821B5-FFD0-8707-FC3D-B23DF4F76B42}"/>
              </a:ext>
            </a:extLst>
          </p:cNvPr>
          <p:cNvGrpSpPr/>
          <p:nvPr/>
        </p:nvGrpSpPr>
        <p:grpSpPr>
          <a:xfrm>
            <a:off x="9404332" y="1031656"/>
            <a:ext cx="708112" cy="708112"/>
            <a:chOff x="649942" y="764723"/>
            <a:chExt cx="708112" cy="708112"/>
          </a:xfrm>
        </p:grpSpPr>
        <p:sp>
          <p:nvSpPr>
            <p:cNvPr id="44" name="楕円 43">
              <a:extLst>
                <a:ext uri="{FF2B5EF4-FFF2-40B4-BE49-F238E27FC236}">
                  <a16:creationId xmlns:a16="http://schemas.microsoft.com/office/drawing/2014/main" id="{26A1BF47-0344-8AEE-3E7D-4A0714D7A5CF}"/>
                </a:ext>
              </a:extLst>
            </p:cNvPr>
            <p:cNvSpPr/>
            <p:nvPr/>
          </p:nvSpPr>
          <p:spPr>
            <a:xfrm>
              <a:off x="649942" y="764723"/>
              <a:ext cx="708112" cy="708112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  <p:sp>
          <p:nvSpPr>
            <p:cNvPr id="45" name="テキスト ボックス 44">
              <a:extLst>
                <a:ext uri="{FF2B5EF4-FFF2-40B4-BE49-F238E27FC236}">
                  <a16:creationId xmlns:a16="http://schemas.microsoft.com/office/drawing/2014/main" id="{9BF5CDFB-6655-0742-550D-31A49E5C1B38}"/>
                </a:ext>
              </a:extLst>
            </p:cNvPr>
            <p:cNvSpPr txBox="1"/>
            <p:nvPr/>
          </p:nvSpPr>
          <p:spPr>
            <a:xfrm>
              <a:off x="782624" y="764836"/>
              <a:ext cx="442749" cy="70788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宮</a:t>
              </a:r>
              <a:endParaRPr lang="en-US" altLang="ja-JP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  <a:p>
              <a:pPr algn="ctr"/>
              <a:r>
                <a:rPr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井</a:t>
              </a:r>
              <a:endParaRPr kumimoji="1" lang="ja-JP" altLang="en-US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2FD028-1493-A46A-0B1D-082E58C98E63}"/>
              </a:ext>
            </a:extLst>
          </p:cNvPr>
          <p:cNvSpPr/>
          <p:nvPr/>
        </p:nvSpPr>
        <p:spPr>
          <a:xfrm>
            <a:off x="1817511" y="3115733"/>
            <a:ext cx="4154311" cy="11288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rPr>
              <a:t>株式会社サミットシステムサービス</a:t>
            </a:r>
          </a:p>
        </p:txBody>
      </p: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1E7FDF82-2D9C-6E26-D772-6A4CB7ADDF97}"/>
              </a:ext>
            </a:extLst>
          </p:cNvPr>
          <p:cNvGrpSpPr/>
          <p:nvPr/>
        </p:nvGrpSpPr>
        <p:grpSpPr>
          <a:xfrm>
            <a:off x="6537640" y="1031656"/>
            <a:ext cx="708112" cy="708112"/>
            <a:chOff x="649942" y="764723"/>
            <a:chExt cx="708112" cy="708112"/>
          </a:xfrm>
        </p:grpSpPr>
        <p:sp>
          <p:nvSpPr>
            <p:cNvPr id="50" name="楕円 49">
              <a:extLst>
                <a:ext uri="{FF2B5EF4-FFF2-40B4-BE49-F238E27FC236}">
                  <a16:creationId xmlns:a16="http://schemas.microsoft.com/office/drawing/2014/main" id="{FCCDCDFF-DA7A-EDBF-F0E0-E7AB39E0134F}"/>
                </a:ext>
              </a:extLst>
            </p:cNvPr>
            <p:cNvSpPr/>
            <p:nvPr/>
          </p:nvSpPr>
          <p:spPr>
            <a:xfrm>
              <a:off x="649942" y="764723"/>
              <a:ext cx="708112" cy="708112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kumimoji="1" lang="ja-JP" altLang="en-US" sz="2400" b="1"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C8068114-21C5-0A47-ABD5-AE6FC4BAC0E5}"/>
                </a:ext>
              </a:extLst>
            </p:cNvPr>
            <p:cNvSpPr txBox="1"/>
            <p:nvPr/>
          </p:nvSpPr>
          <p:spPr>
            <a:xfrm>
              <a:off x="782624" y="764836"/>
              <a:ext cx="442749" cy="70788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kumimoji="1"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時</a:t>
              </a:r>
              <a:endParaRPr kumimoji="1" lang="en-US" altLang="ja-JP" sz="2000" b="1" dirty="0">
                <a:solidFill>
                  <a:srgbClr val="FF0000"/>
                </a:solidFill>
                <a:latin typeface="ＭＳ Ｐ明朝" panose="02020600040205080304" pitchFamily="18" charset="-128"/>
                <a:ea typeface="ＭＳ Ｐ明朝" panose="02020600040205080304" pitchFamily="18" charset="-128"/>
              </a:endParaRPr>
            </a:p>
            <a:p>
              <a:pPr algn="ctr"/>
              <a:r>
                <a:rPr kumimoji="1" lang="ja-JP" altLang="en-US" sz="2000" b="1" dirty="0">
                  <a:solidFill>
                    <a:srgbClr val="FF0000"/>
                  </a:solidFill>
                  <a:latin typeface="ＭＳ Ｐ明朝" panose="02020600040205080304" pitchFamily="18" charset="-128"/>
                  <a:ea typeface="ＭＳ Ｐ明朝" panose="02020600040205080304" pitchFamily="18" charset="-128"/>
                </a:rPr>
                <a:t>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28974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19</Words>
  <Application>Microsoft Office PowerPoint</Application>
  <PresentationFormat>ワイド画面</PresentationFormat>
  <Paragraphs>17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ＭＳ Ｐ明朝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藤原 裕希</dc:creator>
  <cp:lastModifiedBy>藤原 裕希</cp:lastModifiedBy>
  <cp:revision>15</cp:revision>
  <dcterms:created xsi:type="dcterms:W3CDTF">2023-02-01T05:45:51Z</dcterms:created>
  <dcterms:modified xsi:type="dcterms:W3CDTF">2026-05-27T04:28:54Z</dcterms:modified>
</cp:coreProperties>
</file>