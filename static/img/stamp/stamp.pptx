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43" d="100"/>
          <a:sy n="43" d="100"/>
        </p:scale>
        <p:origin x="80" y="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E39266F-DAC1-12FA-C9D5-56D13E3D43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15B4B5D-875D-5CDB-1647-9027401710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494770C-2360-8E87-6569-0AB4C1B742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43073-F3F6-448C-9B41-23C423DD3076}" type="datetimeFigureOut">
              <a:rPr kumimoji="1" lang="ja-JP" altLang="en-US" smtClean="0"/>
              <a:t>2024/10/25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6D2F75-6C7F-0B9E-7F61-2B792D936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6F0C203-FD07-8838-5208-B3F3D36E8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39F1C-85A0-4F02-9DF4-A0126E1031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960633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686B561-C57F-6161-832E-B1C771F013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9A11BA7-7A92-7C40-7FCD-5672FB6695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8D28EFE-D6C0-51F2-E17F-8F7F0ABF7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43073-F3F6-448C-9B41-23C423DD3076}" type="datetimeFigureOut">
              <a:rPr kumimoji="1" lang="ja-JP" altLang="en-US" smtClean="0"/>
              <a:t>2024/10/25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AF8CEB4-CC6C-8BFE-AFF8-5FB8FB741F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1E31AEA-0D27-70CE-DF1F-9495028A2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39F1C-85A0-4F02-9DF4-A0126E1031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731221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8BFFEF0-F753-BD42-8BD5-DE1FD39F9C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B37DD6C-D8AF-83DF-EFD4-3864D121D2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AC421F5-D8CF-ED47-D378-4274544009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43073-F3F6-448C-9B41-23C423DD3076}" type="datetimeFigureOut">
              <a:rPr kumimoji="1" lang="ja-JP" altLang="en-US" smtClean="0"/>
              <a:t>2024/10/25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6152714-096C-3F27-882C-CF8F40FE0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761ECD7-EA9C-E74A-B2AC-932E3044C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39F1C-85A0-4F02-9DF4-A0126E1031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814372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4148BEF-1845-6056-AAB2-EC3ACE5D33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121B80E-DB96-F168-E9FB-EF77074DE4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A7F655F-FAF1-EFD1-0522-97CB9BFEF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148B88B-3674-1904-F332-BFDA073292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43073-F3F6-448C-9B41-23C423DD3076}" type="datetimeFigureOut">
              <a:rPr kumimoji="1" lang="ja-JP" altLang="en-US" smtClean="0"/>
              <a:t>2024/10/25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11C496B-6904-8450-F513-E823A32E95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23AC2DF-AC70-7C64-8E81-0E9284353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39F1C-85A0-4F02-9DF4-A0126E1031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188594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D012E2B-FA09-30FA-01E6-9498C0D26F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DF54232-61ED-FCB5-BDDD-8B1BF1C058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CCF0639-05D7-7C33-BAA2-1764B0FCDA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ABB918F-523E-0569-885F-8AFB9A419C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12679C2E-48A6-9ACC-6D2E-C6B557D47A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E636101D-98C0-5FD4-3067-46F9E2965D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43073-F3F6-448C-9B41-23C423DD3076}" type="datetimeFigureOut">
              <a:rPr kumimoji="1" lang="ja-JP" altLang="en-US" smtClean="0"/>
              <a:t>2024/10/25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2209F210-C40B-3DFD-A6CA-3E845015BF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CA921509-5816-1866-8BBB-7F8703E36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39F1C-85A0-4F02-9DF4-A0126E1031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49657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9C6BE09-D44E-F007-592B-5BA8EC35C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9E406F43-49B2-DC94-B5B3-54A5EEECA5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43073-F3F6-448C-9B41-23C423DD3076}" type="datetimeFigureOut">
              <a:rPr kumimoji="1" lang="ja-JP" altLang="en-US" smtClean="0"/>
              <a:t>2024/10/25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AC8FEFB1-C993-DF73-A4D0-C5E19A58C2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6C9A75F6-BD81-5B07-BE91-305FE3347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39F1C-85A0-4F02-9DF4-A0126E1031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541828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D5A88CF6-F985-C555-67CA-AEE4729B83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43073-F3F6-448C-9B41-23C423DD3076}" type="datetimeFigureOut">
              <a:rPr kumimoji="1" lang="ja-JP" altLang="en-US" smtClean="0"/>
              <a:t>2024/10/25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87FE0CF2-0099-2C50-5F96-D09F03416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A963E32-D835-BA68-FFFB-C80CBB8BC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39F1C-85A0-4F02-9DF4-A0126E1031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247374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030958F-C96D-65DD-0696-8E19A8B9B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12428B7-FCA0-5C35-E92A-E8FDDA4707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1B44C1A-07D5-26A9-BCDA-B8E25DFDF8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9D9B32D-056F-3DF8-67A6-24AE1484B5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43073-F3F6-448C-9B41-23C423DD3076}" type="datetimeFigureOut">
              <a:rPr kumimoji="1" lang="ja-JP" altLang="en-US" smtClean="0"/>
              <a:t>2024/10/25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8F7A0F9-0AD7-311F-99B5-5AC8C4F4E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F7148AC-A877-1B49-94E6-5CA15B344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39F1C-85A0-4F02-9DF4-A0126E1031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892021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8238CEA-9278-3576-58D5-DF56AC7D44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A5BDBC7B-D932-97A2-116C-F42FD358F6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201435B-7BB6-AD8C-02C0-20781E65EB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2F6A771-FA64-7E56-4554-B38ECF9EBA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43073-F3F6-448C-9B41-23C423DD3076}" type="datetimeFigureOut">
              <a:rPr kumimoji="1" lang="ja-JP" altLang="en-US" smtClean="0"/>
              <a:t>2024/10/25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9DDF728-6DF6-CA63-A06E-6090CC2DC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41B3B7B-6C07-DBCC-D8F2-558B603E12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39F1C-85A0-4F02-9DF4-A0126E1031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271555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BCD883A-BCB0-1794-9D5B-CCE3FB3DC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B2E2059D-DD7C-473E-9040-AEE6ED94BD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70EA227-B855-9F43-715F-400D3AC1A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43073-F3F6-448C-9B41-23C423DD3076}" type="datetimeFigureOut">
              <a:rPr kumimoji="1" lang="ja-JP" altLang="en-US" smtClean="0"/>
              <a:t>2024/10/25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B8EFB0E-2151-9D6E-A6E8-9F566DD4A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0C390B6-02D3-7DE1-5BB2-6B585F71B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39F1C-85A0-4F02-9DF4-A0126E1031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27645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DE85BDA1-E358-1DBD-581D-E856E29B00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EFE147D-4AE5-EA3F-523B-07D83FB753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2BDE93D-2C39-F538-51CF-FEA80DDA5D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43073-F3F6-448C-9B41-23C423DD3076}" type="datetimeFigureOut">
              <a:rPr kumimoji="1" lang="ja-JP" altLang="en-US" smtClean="0"/>
              <a:t>2024/10/25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9E0C225-6D61-2CF2-5EB9-21812D0F9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F615154-7B0E-CEC2-FD5A-2F5150597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39F1C-85A0-4F02-9DF4-A0126E1031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00294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CDBE9CA7-5A4A-BBB6-034D-CC95CDBE3A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070D7B6-CBC5-0B02-7826-070562B2B9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CD6EF61-685B-D614-8676-A3A4EF36D9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C43073-F3F6-448C-9B41-23C423DD3076}" type="datetimeFigureOut">
              <a:rPr kumimoji="1" lang="ja-JP" altLang="en-US" smtClean="0"/>
              <a:t>2024/10/25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F7DC8C9-A5C2-463D-D8C2-00F2FE0956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075C729-F0A6-F161-D765-D8EE650800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A39F1C-85A0-4F02-9DF4-A0126E1031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978841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グループ化 23">
            <a:extLst>
              <a:ext uri="{FF2B5EF4-FFF2-40B4-BE49-F238E27FC236}">
                <a16:creationId xmlns:a16="http://schemas.microsoft.com/office/drawing/2014/main" id="{B4A7BA70-A281-64F5-5531-8354AFC3077D}"/>
              </a:ext>
            </a:extLst>
          </p:cNvPr>
          <p:cNvGrpSpPr/>
          <p:nvPr/>
        </p:nvGrpSpPr>
        <p:grpSpPr>
          <a:xfrm>
            <a:off x="7891964" y="3074944"/>
            <a:ext cx="708112" cy="708112"/>
            <a:chOff x="649942" y="764723"/>
            <a:chExt cx="708112" cy="708112"/>
          </a:xfrm>
        </p:grpSpPr>
        <p:sp>
          <p:nvSpPr>
            <p:cNvPr id="47" name="楕円 46">
              <a:extLst>
                <a:ext uri="{FF2B5EF4-FFF2-40B4-BE49-F238E27FC236}">
                  <a16:creationId xmlns:a16="http://schemas.microsoft.com/office/drawing/2014/main" id="{09D2A9A2-7C94-FBA7-AAC4-0820607D9FA2}"/>
                </a:ext>
              </a:extLst>
            </p:cNvPr>
            <p:cNvSpPr/>
            <p:nvPr/>
          </p:nvSpPr>
          <p:spPr>
            <a:xfrm>
              <a:off x="649942" y="764723"/>
              <a:ext cx="708112" cy="708112"/>
            </a:xfrm>
            <a:prstGeom prst="ellipse">
              <a:avLst/>
            </a:prstGeom>
            <a:noFill/>
            <a:ln w="381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8" name="テキスト ボックス 47">
              <a:extLst>
                <a:ext uri="{FF2B5EF4-FFF2-40B4-BE49-F238E27FC236}">
                  <a16:creationId xmlns:a16="http://schemas.microsoft.com/office/drawing/2014/main" id="{4CAF1EC5-F0E1-9BD4-2E7F-77BCDED76544}"/>
                </a:ext>
              </a:extLst>
            </p:cNvPr>
            <p:cNvSpPr txBox="1"/>
            <p:nvPr/>
          </p:nvSpPr>
          <p:spPr>
            <a:xfrm>
              <a:off x="809073" y="826391"/>
              <a:ext cx="389850" cy="584775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ja-JP" altLang="en-US" sz="1600" dirty="0">
                  <a:solidFill>
                    <a:srgbClr val="FF0000"/>
                  </a:solidFill>
                  <a:latin typeface="HG正楷書体-PRO" panose="03000600000000000000" pitchFamily="66" charset="-128"/>
                  <a:ea typeface="HG正楷書体-PRO" panose="03000600000000000000" pitchFamily="66" charset="-128"/>
                </a:rPr>
                <a:t>宮</a:t>
              </a:r>
              <a:endParaRPr lang="en-US" altLang="ja-JP" sz="1600" dirty="0">
                <a:solidFill>
                  <a:srgbClr val="FF0000"/>
                </a:solidFill>
                <a:latin typeface="HG正楷書体-PRO" panose="03000600000000000000" pitchFamily="66" charset="-128"/>
                <a:ea typeface="HG正楷書体-PRO" panose="03000600000000000000" pitchFamily="66" charset="-128"/>
              </a:endParaRPr>
            </a:p>
            <a:p>
              <a:pPr algn="ctr"/>
              <a:r>
                <a:rPr lang="ja-JP" altLang="en-US" sz="1600" dirty="0">
                  <a:solidFill>
                    <a:srgbClr val="FF0000"/>
                  </a:solidFill>
                  <a:latin typeface="HG正楷書体-PRO" panose="03000600000000000000" pitchFamily="66" charset="-128"/>
                  <a:ea typeface="HG正楷書体-PRO" panose="03000600000000000000" pitchFamily="66" charset="-128"/>
                </a:rPr>
                <a:t>井</a:t>
              </a:r>
              <a:endParaRPr kumimoji="1" lang="ja-JP" altLang="en-US" sz="1600" dirty="0">
                <a:solidFill>
                  <a:srgbClr val="FF0000"/>
                </a:solidFill>
                <a:latin typeface="HG正楷書体-PRO" panose="03000600000000000000" pitchFamily="66" charset="-128"/>
                <a:ea typeface="HG正楷書体-PRO" panose="03000600000000000000" pitchFamily="66" charset="-128"/>
              </a:endParaRPr>
            </a:p>
          </p:txBody>
        </p:sp>
      </p:grpSp>
      <p:grpSp>
        <p:nvGrpSpPr>
          <p:cNvPr id="25" name="グループ化 24">
            <a:extLst>
              <a:ext uri="{FF2B5EF4-FFF2-40B4-BE49-F238E27FC236}">
                <a16:creationId xmlns:a16="http://schemas.microsoft.com/office/drawing/2014/main" id="{D8225B6E-C787-086C-4C8C-DD8BB8F462BC}"/>
              </a:ext>
            </a:extLst>
          </p:cNvPr>
          <p:cNvGrpSpPr/>
          <p:nvPr/>
        </p:nvGrpSpPr>
        <p:grpSpPr>
          <a:xfrm>
            <a:off x="2158580" y="3074944"/>
            <a:ext cx="708112" cy="708112"/>
            <a:chOff x="649942" y="764723"/>
            <a:chExt cx="708112" cy="708112"/>
          </a:xfrm>
        </p:grpSpPr>
        <p:sp>
          <p:nvSpPr>
            <p:cNvPr id="26" name="楕円 25">
              <a:extLst>
                <a:ext uri="{FF2B5EF4-FFF2-40B4-BE49-F238E27FC236}">
                  <a16:creationId xmlns:a16="http://schemas.microsoft.com/office/drawing/2014/main" id="{D4D1E182-76AF-9A76-FFEF-4ECE36C3A95D}"/>
                </a:ext>
              </a:extLst>
            </p:cNvPr>
            <p:cNvSpPr/>
            <p:nvPr/>
          </p:nvSpPr>
          <p:spPr>
            <a:xfrm>
              <a:off x="649942" y="764723"/>
              <a:ext cx="708112" cy="708112"/>
            </a:xfrm>
            <a:prstGeom prst="ellipse">
              <a:avLst/>
            </a:prstGeom>
            <a:noFill/>
            <a:ln w="381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7" name="テキスト ボックス 26">
              <a:extLst>
                <a:ext uri="{FF2B5EF4-FFF2-40B4-BE49-F238E27FC236}">
                  <a16:creationId xmlns:a16="http://schemas.microsoft.com/office/drawing/2014/main" id="{844FB723-7AEF-AF52-C7F0-07EEA65E8BA2}"/>
                </a:ext>
              </a:extLst>
            </p:cNvPr>
            <p:cNvSpPr txBox="1"/>
            <p:nvPr/>
          </p:nvSpPr>
          <p:spPr>
            <a:xfrm>
              <a:off x="809073" y="826391"/>
              <a:ext cx="389850" cy="584775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kumimoji="1" lang="ja-JP" altLang="en-US" sz="1600" dirty="0">
                  <a:solidFill>
                    <a:srgbClr val="FF0000"/>
                  </a:solidFill>
                  <a:latin typeface="HG正楷書体-PRO" panose="03000600000000000000" pitchFamily="66" charset="-128"/>
                  <a:ea typeface="HG正楷書体-PRO" panose="03000600000000000000" pitchFamily="66" charset="-128"/>
                </a:rPr>
                <a:t>山</a:t>
              </a:r>
              <a:endParaRPr kumimoji="1" lang="en-US" altLang="ja-JP" sz="1600" dirty="0">
                <a:solidFill>
                  <a:srgbClr val="FF0000"/>
                </a:solidFill>
                <a:latin typeface="HG正楷書体-PRO" panose="03000600000000000000" pitchFamily="66" charset="-128"/>
                <a:ea typeface="HG正楷書体-PRO" panose="03000600000000000000" pitchFamily="66" charset="-128"/>
              </a:endParaRPr>
            </a:p>
            <a:p>
              <a:pPr algn="ctr"/>
              <a:r>
                <a:rPr kumimoji="1" lang="ja-JP" altLang="en-US" sz="1600" dirty="0">
                  <a:solidFill>
                    <a:srgbClr val="FF0000"/>
                  </a:solidFill>
                  <a:latin typeface="HG正楷書体-PRO" panose="03000600000000000000" pitchFamily="66" charset="-128"/>
                  <a:ea typeface="HG正楷書体-PRO" panose="03000600000000000000" pitchFamily="66" charset="-128"/>
                </a:rPr>
                <a:t>本</a:t>
              </a:r>
            </a:p>
          </p:txBody>
        </p:sp>
      </p:grpSp>
      <p:grpSp>
        <p:nvGrpSpPr>
          <p:cNvPr id="31" name="グループ化 30">
            <a:extLst>
              <a:ext uri="{FF2B5EF4-FFF2-40B4-BE49-F238E27FC236}">
                <a16:creationId xmlns:a16="http://schemas.microsoft.com/office/drawing/2014/main" id="{274F4CDA-6FC2-8C9B-B6A8-609CC9C41FF6}"/>
              </a:ext>
            </a:extLst>
          </p:cNvPr>
          <p:cNvGrpSpPr/>
          <p:nvPr/>
        </p:nvGrpSpPr>
        <p:grpSpPr>
          <a:xfrm>
            <a:off x="3591926" y="3074944"/>
            <a:ext cx="708112" cy="708112"/>
            <a:chOff x="649942" y="764723"/>
            <a:chExt cx="708112" cy="708112"/>
          </a:xfrm>
        </p:grpSpPr>
        <p:sp>
          <p:nvSpPr>
            <p:cNvPr id="32" name="楕円 31">
              <a:extLst>
                <a:ext uri="{FF2B5EF4-FFF2-40B4-BE49-F238E27FC236}">
                  <a16:creationId xmlns:a16="http://schemas.microsoft.com/office/drawing/2014/main" id="{2D56BC05-A44E-DFDF-B430-15F711778287}"/>
                </a:ext>
              </a:extLst>
            </p:cNvPr>
            <p:cNvSpPr/>
            <p:nvPr/>
          </p:nvSpPr>
          <p:spPr>
            <a:xfrm>
              <a:off x="649942" y="764723"/>
              <a:ext cx="708112" cy="708112"/>
            </a:xfrm>
            <a:prstGeom prst="ellipse">
              <a:avLst/>
            </a:prstGeom>
            <a:noFill/>
            <a:ln w="381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3" name="テキスト ボックス 32">
              <a:extLst>
                <a:ext uri="{FF2B5EF4-FFF2-40B4-BE49-F238E27FC236}">
                  <a16:creationId xmlns:a16="http://schemas.microsoft.com/office/drawing/2014/main" id="{13872A9B-680E-173E-8AB9-886A80B2D4C3}"/>
                </a:ext>
              </a:extLst>
            </p:cNvPr>
            <p:cNvSpPr txBox="1"/>
            <p:nvPr/>
          </p:nvSpPr>
          <p:spPr>
            <a:xfrm>
              <a:off x="809073" y="826391"/>
              <a:ext cx="389850" cy="584775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kumimoji="1" lang="ja-JP" altLang="en-US" sz="1600" dirty="0">
                  <a:solidFill>
                    <a:srgbClr val="FF0000"/>
                  </a:solidFill>
                  <a:latin typeface="HG正楷書体-PRO" panose="03000600000000000000" pitchFamily="66" charset="-128"/>
                  <a:ea typeface="HG正楷書体-PRO" panose="03000600000000000000" pitchFamily="66" charset="-128"/>
                </a:rPr>
                <a:t>藤</a:t>
              </a:r>
              <a:endParaRPr kumimoji="1" lang="en-US" altLang="ja-JP" sz="1600" dirty="0">
                <a:solidFill>
                  <a:srgbClr val="FF0000"/>
                </a:solidFill>
                <a:latin typeface="HG正楷書体-PRO" panose="03000600000000000000" pitchFamily="66" charset="-128"/>
                <a:ea typeface="HG正楷書体-PRO" panose="03000600000000000000" pitchFamily="66" charset="-128"/>
              </a:endParaRPr>
            </a:p>
            <a:p>
              <a:pPr algn="ctr"/>
              <a:r>
                <a:rPr kumimoji="1" lang="ja-JP" altLang="en-US" sz="1600" dirty="0">
                  <a:solidFill>
                    <a:srgbClr val="FF0000"/>
                  </a:solidFill>
                  <a:latin typeface="HG正楷書体-PRO" panose="03000600000000000000" pitchFamily="66" charset="-128"/>
                  <a:ea typeface="HG正楷書体-PRO" panose="03000600000000000000" pitchFamily="66" charset="-128"/>
                </a:rPr>
                <a:t>原</a:t>
              </a:r>
            </a:p>
          </p:txBody>
        </p:sp>
      </p:grpSp>
      <p:grpSp>
        <p:nvGrpSpPr>
          <p:cNvPr id="34" name="グループ化 33">
            <a:extLst>
              <a:ext uri="{FF2B5EF4-FFF2-40B4-BE49-F238E27FC236}">
                <a16:creationId xmlns:a16="http://schemas.microsoft.com/office/drawing/2014/main" id="{61E5B742-73CA-5FA5-73DE-5290FDA21E61}"/>
              </a:ext>
            </a:extLst>
          </p:cNvPr>
          <p:cNvGrpSpPr/>
          <p:nvPr/>
        </p:nvGrpSpPr>
        <p:grpSpPr>
          <a:xfrm>
            <a:off x="5025272" y="3074944"/>
            <a:ext cx="708112" cy="708112"/>
            <a:chOff x="649942" y="764723"/>
            <a:chExt cx="708112" cy="708112"/>
          </a:xfrm>
        </p:grpSpPr>
        <p:sp>
          <p:nvSpPr>
            <p:cNvPr id="35" name="楕円 34">
              <a:extLst>
                <a:ext uri="{FF2B5EF4-FFF2-40B4-BE49-F238E27FC236}">
                  <a16:creationId xmlns:a16="http://schemas.microsoft.com/office/drawing/2014/main" id="{23EDBCC1-E0E2-06A8-8EFE-2D1076D49F9F}"/>
                </a:ext>
              </a:extLst>
            </p:cNvPr>
            <p:cNvSpPr/>
            <p:nvPr/>
          </p:nvSpPr>
          <p:spPr>
            <a:xfrm>
              <a:off x="649942" y="764723"/>
              <a:ext cx="708112" cy="708112"/>
            </a:xfrm>
            <a:prstGeom prst="ellipse">
              <a:avLst/>
            </a:prstGeom>
            <a:noFill/>
            <a:ln w="381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6" name="テキスト ボックス 35">
              <a:extLst>
                <a:ext uri="{FF2B5EF4-FFF2-40B4-BE49-F238E27FC236}">
                  <a16:creationId xmlns:a16="http://schemas.microsoft.com/office/drawing/2014/main" id="{87C8E3B2-E5DA-AA5D-52ED-61525394628F}"/>
                </a:ext>
              </a:extLst>
            </p:cNvPr>
            <p:cNvSpPr txBox="1"/>
            <p:nvPr/>
          </p:nvSpPr>
          <p:spPr>
            <a:xfrm>
              <a:off x="809073" y="826391"/>
              <a:ext cx="389850" cy="584775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kumimoji="1" lang="ja-JP" altLang="en-US" sz="1600" dirty="0">
                  <a:solidFill>
                    <a:srgbClr val="FF0000"/>
                  </a:solidFill>
                  <a:latin typeface="HG正楷書体-PRO" panose="03000600000000000000" pitchFamily="66" charset="-128"/>
                  <a:ea typeface="HG正楷書体-PRO" panose="03000600000000000000" pitchFamily="66" charset="-128"/>
                </a:rPr>
                <a:t>川</a:t>
              </a:r>
              <a:endParaRPr kumimoji="1" lang="en-US" altLang="ja-JP" sz="1600" dirty="0">
                <a:solidFill>
                  <a:srgbClr val="FF0000"/>
                </a:solidFill>
                <a:latin typeface="HG正楷書体-PRO" panose="03000600000000000000" pitchFamily="66" charset="-128"/>
                <a:ea typeface="HG正楷書体-PRO" panose="03000600000000000000" pitchFamily="66" charset="-128"/>
              </a:endParaRPr>
            </a:p>
            <a:p>
              <a:pPr algn="ctr"/>
              <a:r>
                <a:rPr kumimoji="1" lang="ja-JP" altLang="en-US" sz="1600" dirty="0">
                  <a:solidFill>
                    <a:srgbClr val="FF0000"/>
                  </a:solidFill>
                  <a:latin typeface="HG正楷書体-PRO" panose="03000600000000000000" pitchFamily="66" charset="-128"/>
                  <a:ea typeface="HG正楷書体-PRO" panose="03000600000000000000" pitchFamily="66" charset="-128"/>
                </a:rPr>
                <a:t>浪</a:t>
              </a:r>
            </a:p>
          </p:txBody>
        </p:sp>
      </p:grpSp>
      <p:grpSp>
        <p:nvGrpSpPr>
          <p:cNvPr id="37" name="グループ化 36">
            <a:extLst>
              <a:ext uri="{FF2B5EF4-FFF2-40B4-BE49-F238E27FC236}">
                <a16:creationId xmlns:a16="http://schemas.microsoft.com/office/drawing/2014/main" id="{23027A36-0C8B-E7DC-1764-8121B9073B0C}"/>
              </a:ext>
            </a:extLst>
          </p:cNvPr>
          <p:cNvGrpSpPr/>
          <p:nvPr/>
        </p:nvGrpSpPr>
        <p:grpSpPr>
          <a:xfrm>
            <a:off x="725234" y="3074944"/>
            <a:ext cx="708112" cy="708112"/>
            <a:chOff x="649942" y="764723"/>
            <a:chExt cx="708112" cy="708112"/>
          </a:xfrm>
        </p:grpSpPr>
        <p:sp>
          <p:nvSpPr>
            <p:cNvPr id="38" name="楕円 37">
              <a:extLst>
                <a:ext uri="{FF2B5EF4-FFF2-40B4-BE49-F238E27FC236}">
                  <a16:creationId xmlns:a16="http://schemas.microsoft.com/office/drawing/2014/main" id="{9C17060A-67C8-077B-4244-3EADF87683B2}"/>
                </a:ext>
              </a:extLst>
            </p:cNvPr>
            <p:cNvSpPr/>
            <p:nvPr/>
          </p:nvSpPr>
          <p:spPr>
            <a:xfrm>
              <a:off x="649942" y="764723"/>
              <a:ext cx="708112" cy="708112"/>
            </a:xfrm>
            <a:prstGeom prst="ellipse">
              <a:avLst/>
            </a:prstGeom>
            <a:noFill/>
            <a:ln w="381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9" name="テキスト ボックス 38">
              <a:extLst>
                <a:ext uri="{FF2B5EF4-FFF2-40B4-BE49-F238E27FC236}">
                  <a16:creationId xmlns:a16="http://schemas.microsoft.com/office/drawing/2014/main" id="{3EBB8D28-CFA6-9B3A-0974-4B27F75AF1FA}"/>
                </a:ext>
              </a:extLst>
            </p:cNvPr>
            <p:cNvSpPr txBox="1"/>
            <p:nvPr/>
          </p:nvSpPr>
          <p:spPr>
            <a:xfrm>
              <a:off x="809073" y="826391"/>
              <a:ext cx="389850" cy="584775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ja-JP" altLang="en-US" sz="1600" dirty="0">
                  <a:solidFill>
                    <a:srgbClr val="FF0000"/>
                  </a:solidFill>
                  <a:latin typeface="HG正楷書体-PRO" panose="03000600000000000000" pitchFamily="66" charset="-128"/>
                  <a:ea typeface="HG正楷書体-PRO" panose="03000600000000000000" pitchFamily="66" charset="-128"/>
                </a:rPr>
                <a:t>宮</a:t>
              </a:r>
              <a:endParaRPr lang="en-US" altLang="ja-JP" sz="1600" dirty="0">
                <a:solidFill>
                  <a:srgbClr val="FF0000"/>
                </a:solidFill>
                <a:latin typeface="HG正楷書体-PRO" panose="03000600000000000000" pitchFamily="66" charset="-128"/>
                <a:ea typeface="HG正楷書体-PRO" panose="03000600000000000000" pitchFamily="66" charset="-128"/>
              </a:endParaRPr>
            </a:p>
            <a:p>
              <a:pPr algn="ctr"/>
              <a:r>
                <a:rPr lang="ja-JP" altLang="en-US" sz="1600" dirty="0">
                  <a:solidFill>
                    <a:srgbClr val="FF0000"/>
                  </a:solidFill>
                  <a:latin typeface="HG正楷書体-PRO" panose="03000600000000000000" pitchFamily="66" charset="-128"/>
                  <a:ea typeface="HG正楷書体-PRO" panose="03000600000000000000" pitchFamily="66" charset="-128"/>
                </a:rPr>
                <a:t>井</a:t>
              </a:r>
              <a:endParaRPr kumimoji="1" lang="ja-JP" altLang="en-US" sz="1600" dirty="0">
                <a:solidFill>
                  <a:srgbClr val="FF0000"/>
                </a:solidFill>
                <a:latin typeface="HG正楷書体-PRO" panose="03000600000000000000" pitchFamily="66" charset="-128"/>
                <a:ea typeface="HG正楷書体-PRO" panose="03000600000000000000" pitchFamily="66" charset="-128"/>
              </a:endParaRPr>
            </a:p>
          </p:txBody>
        </p:sp>
      </p:grpSp>
      <p:grpSp>
        <p:nvGrpSpPr>
          <p:cNvPr id="40" name="グループ化 39">
            <a:extLst>
              <a:ext uri="{FF2B5EF4-FFF2-40B4-BE49-F238E27FC236}">
                <a16:creationId xmlns:a16="http://schemas.microsoft.com/office/drawing/2014/main" id="{37526B92-7B65-EAD8-D6A7-8338AA5ACA3C}"/>
              </a:ext>
            </a:extLst>
          </p:cNvPr>
          <p:cNvGrpSpPr/>
          <p:nvPr/>
        </p:nvGrpSpPr>
        <p:grpSpPr>
          <a:xfrm>
            <a:off x="10758656" y="3074944"/>
            <a:ext cx="708112" cy="708112"/>
            <a:chOff x="649942" y="764723"/>
            <a:chExt cx="708112" cy="708112"/>
          </a:xfrm>
        </p:grpSpPr>
        <p:sp>
          <p:nvSpPr>
            <p:cNvPr id="41" name="楕円 40">
              <a:extLst>
                <a:ext uri="{FF2B5EF4-FFF2-40B4-BE49-F238E27FC236}">
                  <a16:creationId xmlns:a16="http://schemas.microsoft.com/office/drawing/2014/main" id="{61C39064-BE85-A0D8-2826-5C099BFC2AEE}"/>
                </a:ext>
              </a:extLst>
            </p:cNvPr>
            <p:cNvSpPr/>
            <p:nvPr/>
          </p:nvSpPr>
          <p:spPr>
            <a:xfrm>
              <a:off x="649942" y="764723"/>
              <a:ext cx="708112" cy="708112"/>
            </a:xfrm>
            <a:prstGeom prst="ellipse">
              <a:avLst/>
            </a:prstGeom>
            <a:noFill/>
            <a:ln w="381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2" name="テキスト ボックス 41">
              <a:extLst>
                <a:ext uri="{FF2B5EF4-FFF2-40B4-BE49-F238E27FC236}">
                  <a16:creationId xmlns:a16="http://schemas.microsoft.com/office/drawing/2014/main" id="{9713D63B-3A25-73C7-D7E4-860DE549B4D9}"/>
                </a:ext>
              </a:extLst>
            </p:cNvPr>
            <p:cNvSpPr txBox="1"/>
            <p:nvPr/>
          </p:nvSpPr>
          <p:spPr>
            <a:xfrm>
              <a:off x="809073" y="826391"/>
              <a:ext cx="389850" cy="584775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ja-JP" altLang="en-US" sz="1600" dirty="0">
                  <a:solidFill>
                    <a:srgbClr val="FF0000"/>
                  </a:solidFill>
                  <a:latin typeface="HG正楷書体-PRO" panose="03000600000000000000" pitchFamily="66" charset="-128"/>
                  <a:ea typeface="HG正楷書体-PRO" panose="03000600000000000000" pitchFamily="66" charset="-128"/>
                </a:rPr>
                <a:t>宮</a:t>
              </a:r>
              <a:endParaRPr lang="en-US" altLang="ja-JP" sz="1600" dirty="0">
                <a:solidFill>
                  <a:srgbClr val="FF0000"/>
                </a:solidFill>
                <a:latin typeface="HG正楷書体-PRO" panose="03000600000000000000" pitchFamily="66" charset="-128"/>
                <a:ea typeface="HG正楷書体-PRO" panose="03000600000000000000" pitchFamily="66" charset="-128"/>
              </a:endParaRPr>
            </a:p>
            <a:p>
              <a:pPr algn="ctr"/>
              <a:r>
                <a:rPr lang="ja-JP" altLang="en-US" sz="1600" dirty="0">
                  <a:solidFill>
                    <a:srgbClr val="FF0000"/>
                  </a:solidFill>
                  <a:latin typeface="HG正楷書体-PRO" panose="03000600000000000000" pitchFamily="66" charset="-128"/>
                  <a:ea typeface="HG正楷書体-PRO" panose="03000600000000000000" pitchFamily="66" charset="-128"/>
                </a:rPr>
                <a:t>井</a:t>
              </a:r>
              <a:endParaRPr kumimoji="1" lang="ja-JP" altLang="en-US" sz="1600" dirty="0">
                <a:solidFill>
                  <a:srgbClr val="FF0000"/>
                </a:solidFill>
                <a:latin typeface="HG正楷書体-PRO" panose="03000600000000000000" pitchFamily="66" charset="-128"/>
                <a:ea typeface="HG正楷書体-PRO" panose="03000600000000000000" pitchFamily="66" charset="-128"/>
              </a:endParaRPr>
            </a:p>
          </p:txBody>
        </p:sp>
      </p:grpSp>
      <p:grpSp>
        <p:nvGrpSpPr>
          <p:cNvPr id="43" name="グループ化 42">
            <a:extLst>
              <a:ext uri="{FF2B5EF4-FFF2-40B4-BE49-F238E27FC236}">
                <a16:creationId xmlns:a16="http://schemas.microsoft.com/office/drawing/2014/main" id="{49C821B5-FFD0-8707-FC3D-B23DF4F76B42}"/>
              </a:ext>
            </a:extLst>
          </p:cNvPr>
          <p:cNvGrpSpPr/>
          <p:nvPr/>
        </p:nvGrpSpPr>
        <p:grpSpPr>
          <a:xfrm>
            <a:off x="9325310" y="3074944"/>
            <a:ext cx="708112" cy="708112"/>
            <a:chOff x="649942" y="764723"/>
            <a:chExt cx="708112" cy="708112"/>
          </a:xfrm>
        </p:grpSpPr>
        <p:sp>
          <p:nvSpPr>
            <p:cNvPr id="44" name="楕円 43">
              <a:extLst>
                <a:ext uri="{FF2B5EF4-FFF2-40B4-BE49-F238E27FC236}">
                  <a16:creationId xmlns:a16="http://schemas.microsoft.com/office/drawing/2014/main" id="{26A1BF47-0344-8AEE-3E7D-4A0714D7A5CF}"/>
                </a:ext>
              </a:extLst>
            </p:cNvPr>
            <p:cNvSpPr/>
            <p:nvPr/>
          </p:nvSpPr>
          <p:spPr>
            <a:xfrm>
              <a:off x="649942" y="764723"/>
              <a:ext cx="708112" cy="708112"/>
            </a:xfrm>
            <a:prstGeom prst="ellipse">
              <a:avLst/>
            </a:prstGeom>
            <a:noFill/>
            <a:ln w="381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5" name="テキスト ボックス 44">
              <a:extLst>
                <a:ext uri="{FF2B5EF4-FFF2-40B4-BE49-F238E27FC236}">
                  <a16:creationId xmlns:a16="http://schemas.microsoft.com/office/drawing/2014/main" id="{9BF5CDFB-6655-0742-550D-31A49E5C1B38}"/>
                </a:ext>
              </a:extLst>
            </p:cNvPr>
            <p:cNvSpPr txBox="1"/>
            <p:nvPr/>
          </p:nvSpPr>
          <p:spPr>
            <a:xfrm>
              <a:off x="809073" y="826391"/>
              <a:ext cx="389850" cy="584775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ja-JP" altLang="en-US" sz="1600" dirty="0">
                  <a:solidFill>
                    <a:srgbClr val="FF0000"/>
                  </a:solidFill>
                  <a:latin typeface="HG正楷書体-PRO" panose="03000600000000000000" pitchFamily="66" charset="-128"/>
                  <a:ea typeface="HG正楷書体-PRO" panose="03000600000000000000" pitchFamily="66" charset="-128"/>
                </a:rPr>
                <a:t>宮</a:t>
              </a:r>
              <a:endParaRPr lang="en-US" altLang="ja-JP" sz="1600" dirty="0">
                <a:solidFill>
                  <a:srgbClr val="FF0000"/>
                </a:solidFill>
                <a:latin typeface="HG正楷書体-PRO" panose="03000600000000000000" pitchFamily="66" charset="-128"/>
                <a:ea typeface="HG正楷書体-PRO" panose="03000600000000000000" pitchFamily="66" charset="-128"/>
              </a:endParaRPr>
            </a:p>
            <a:p>
              <a:pPr algn="ctr"/>
              <a:r>
                <a:rPr lang="ja-JP" altLang="en-US" sz="1600" dirty="0">
                  <a:solidFill>
                    <a:srgbClr val="FF0000"/>
                  </a:solidFill>
                  <a:latin typeface="HG正楷書体-PRO" panose="03000600000000000000" pitchFamily="66" charset="-128"/>
                  <a:ea typeface="HG正楷書体-PRO" panose="03000600000000000000" pitchFamily="66" charset="-128"/>
                </a:rPr>
                <a:t>井</a:t>
              </a:r>
              <a:endParaRPr kumimoji="1" lang="ja-JP" altLang="en-US" sz="1600" dirty="0">
                <a:solidFill>
                  <a:srgbClr val="FF0000"/>
                </a:solidFill>
                <a:latin typeface="HG正楷書体-PRO" panose="03000600000000000000" pitchFamily="66" charset="-128"/>
                <a:ea typeface="HG正楷書体-PRO" panose="03000600000000000000" pitchFamily="66" charset="-128"/>
              </a:endParaRPr>
            </a:p>
          </p:txBody>
        </p:sp>
      </p:grpSp>
      <p:grpSp>
        <p:nvGrpSpPr>
          <p:cNvPr id="49" name="グループ化 48">
            <a:extLst>
              <a:ext uri="{FF2B5EF4-FFF2-40B4-BE49-F238E27FC236}">
                <a16:creationId xmlns:a16="http://schemas.microsoft.com/office/drawing/2014/main" id="{1E7FDF82-2D9C-6E26-D772-6A4CB7ADDF97}"/>
              </a:ext>
            </a:extLst>
          </p:cNvPr>
          <p:cNvGrpSpPr/>
          <p:nvPr/>
        </p:nvGrpSpPr>
        <p:grpSpPr>
          <a:xfrm>
            <a:off x="6458618" y="3074944"/>
            <a:ext cx="708112" cy="708112"/>
            <a:chOff x="649942" y="764723"/>
            <a:chExt cx="708112" cy="708112"/>
          </a:xfrm>
        </p:grpSpPr>
        <p:sp>
          <p:nvSpPr>
            <p:cNvPr id="50" name="楕円 49">
              <a:extLst>
                <a:ext uri="{FF2B5EF4-FFF2-40B4-BE49-F238E27FC236}">
                  <a16:creationId xmlns:a16="http://schemas.microsoft.com/office/drawing/2014/main" id="{FCCDCDFF-DA7A-EDBF-F0E0-E7AB39E0134F}"/>
                </a:ext>
              </a:extLst>
            </p:cNvPr>
            <p:cNvSpPr/>
            <p:nvPr/>
          </p:nvSpPr>
          <p:spPr>
            <a:xfrm>
              <a:off x="649942" y="764723"/>
              <a:ext cx="708112" cy="708112"/>
            </a:xfrm>
            <a:prstGeom prst="ellipse">
              <a:avLst/>
            </a:prstGeom>
            <a:noFill/>
            <a:ln w="381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2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1" name="テキスト ボックス 50">
              <a:extLst>
                <a:ext uri="{FF2B5EF4-FFF2-40B4-BE49-F238E27FC236}">
                  <a16:creationId xmlns:a16="http://schemas.microsoft.com/office/drawing/2014/main" id="{C8068114-21C5-0A47-ABD5-AE6FC4BAC0E5}"/>
                </a:ext>
              </a:extLst>
            </p:cNvPr>
            <p:cNvSpPr txBox="1"/>
            <p:nvPr/>
          </p:nvSpPr>
          <p:spPr>
            <a:xfrm>
              <a:off x="809073" y="826391"/>
              <a:ext cx="389850" cy="584775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kumimoji="1" lang="ja-JP" altLang="en-US" sz="1600" dirty="0">
                  <a:solidFill>
                    <a:srgbClr val="FF0000"/>
                  </a:solidFill>
                  <a:latin typeface="HG正楷書体-PRO" panose="03000600000000000000" pitchFamily="66" charset="-128"/>
                  <a:ea typeface="HG正楷書体-PRO" panose="03000600000000000000" pitchFamily="66" charset="-128"/>
                </a:rPr>
                <a:t>時</a:t>
              </a:r>
              <a:endParaRPr kumimoji="1" lang="en-US" altLang="ja-JP" sz="1600" dirty="0">
                <a:solidFill>
                  <a:srgbClr val="FF0000"/>
                </a:solidFill>
                <a:latin typeface="HG正楷書体-PRO" panose="03000600000000000000" pitchFamily="66" charset="-128"/>
                <a:ea typeface="HG正楷書体-PRO" panose="03000600000000000000" pitchFamily="66" charset="-128"/>
              </a:endParaRPr>
            </a:p>
            <a:p>
              <a:pPr algn="ctr"/>
              <a:r>
                <a:rPr kumimoji="1" lang="ja-JP" altLang="en-US" sz="1600" dirty="0">
                  <a:solidFill>
                    <a:srgbClr val="FF0000"/>
                  </a:solidFill>
                  <a:latin typeface="HG正楷書体-PRO" panose="03000600000000000000" pitchFamily="66" charset="-128"/>
                  <a:ea typeface="HG正楷書体-PRO" panose="03000600000000000000" pitchFamily="66" charset="-128"/>
                </a:rPr>
                <a:t>尾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289745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433</TotalTime>
  <Words>16</Words>
  <Application>Microsoft Office PowerPoint</Application>
  <PresentationFormat>ワイド画面</PresentationFormat>
  <Paragraphs>16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6" baseType="lpstr">
      <vt:lpstr>HG正楷書体-PRO</vt:lpstr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藤原 裕希</dc:creator>
  <cp:lastModifiedBy>藤原 裕希</cp:lastModifiedBy>
  <cp:revision>12</cp:revision>
  <dcterms:created xsi:type="dcterms:W3CDTF">2023-02-01T05:45:51Z</dcterms:created>
  <dcterms:modified xsi:type="dcterms:W3CDTF">2024-10-25T04:55:30Z</dcterms:modified>
</cp:coreProperties>
</file>